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22" r:id="rId3"/>
    <p:sldId id="258" r:id="rId4"/>
    <p:sldId id="313" r:id="rId5"/>
    <p:sldId id="320" r:id="rId6"/>
    <p:sldId id="323" r:id="rId7"/>
    <p:sldId id="325" r:id="rId8"/>
    <p:sldId id="316" r:id="rId9"/>
    <p:sldId id="317" r:id="rId10"/>
    <p:sldId id="324" r:id="rId11"/>
    <p:sldId id="318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48"/>
    <a:srgbClr val="FFC6C6"/>
    <a:srgbClr val="AAE571"/>
    <a:srgbClr val="662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C9E7-2E2E-4805-B9BC-C78AEB7B3E16}" v="40" dt="2026-08-13T07:32:13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54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𝙺𝙰𝚁𝚃𝙷𝙸𝙺 𝙿𝚄𝙻𝙸𝚅𝙰𝚁𝚃𝙷𝙸" userId="a1af167188c24d51" providerId="LiveId" clId="{48EAC671-4AE1-4409-B5C6-8F2EBE31B893}"/>
    <pc:docChg chg="undo custSel addSld delSld modSld sldOrd">
      <pc:chgData name="𝙺𝙰𝚁𝚃𝙷𝙸𝙺 𝙿𝚄𝙻𝙸𝚅𝙰𝚁𝚃𝙷𝙸" userId="a1af167188c24d51" providerId="LiveId" clId="{48EAC671-4AE1-4409-B5C6-8F2EBE31B893}" dt="2026-08-13T07:34:14.271" v="484" actId="20577"/>
      <pc:docMkLst>
        <pc:docMk/>
      </pc:docMkLst>
      <pc:sldChg chg="modSp mod">
        <pc:chgData name="𝙺𝙰𝚁𝚃𝙷𝙸𝙺 𝙿𝚄𝙻𝙸𝚅𝙰𝚁𝚃𝙷𝙸" userId="a1af167188c24d51" providerId="LiveId" clId="{48EAC671-4AE1-4409-B5C6-8F2EBE31B893}" dt="2026-08-13T07:34:14.271" v="484" actId="20577"/>
        <pc:sldMkLst>
          <pc:docMk/>
          <pc:sldMk cId="1445657655" sldId="256"/>
        </pc:sldMkLst>
        <pc:spChg chg="mod">
          <ac:chgData name="𝙺𝙰𝚁𝚃𝙷𝙸𝙺 𝙿𝚄𝙻𝙸𝚅𝙰𝚁𝚃𝙷𝙸" userId="a1af167188c24d51" providerId="LiveId" clId="{48EAC671-4AE1-4409-B5C6-8F2EBE31B893}" dt="2026-08-13T07:34:14.271" v="484" actId="20577"/>
          <ac:spMkLst>
            <pc:docMk/>
            <pc:sldMk cId="1445657655" sldId="256"/>
            <ac:spMk id="11" creationId="{CEA4CE6A-BFF2-7F14-1C85-5B08143557FD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13T07:27:20.586" v="445" actId="5793"/>
        <pc:sldMkLst>
          <pc:docMk/>
          <pc:sldMk cId="1098627332" sldId="258"/>
        </pc:sldMkLst>
        <pc:spChg chg="mod">
          <ac:chgData name="𝙺𝙰𝚁𝚃𝙷𝙸𝙺 𝙿𝚄𝙻𝙸𝚅𝙰𝚁𝚃𝙷𝙸" userId="a1af167188c24d51" providerId="LiveId" clId="{48EAC671-4AE1-4409-B5C6-8F2EBE31B893}" dt="2026-08-13T07:27:20.586" v="445" actId="5793"/>
          <ac:spMkLst>
            <pc:docMk/>
            <pc:sldMk cId="1098627332" sldId="258"/>
            <ac:spMk id="6" creationId="{436F14F6-3A6A-3B21-BE0A-9B69C8B62245}"/>
          </ac:spMkLst>
        </pc:spChg>
      </pc:sldChg>
      <pc:sldChg chg="addSp delSp modSp mod">
        <pc:chgData name="𝙺𝙰𝚁𝚃𝙷𝙸𝙺 𝙿𝚄𝙻𝙸𝚅𝙰𝚁𝚃𝙷𝙸" userId="a1af167188c24d51" providerId="LiveId" clId="{48EAC671-4AE1-4409-B5C6-8F2EBE31B893}" dt="2026-08-13T07:27:52.202" v="449" actId="14100"/>
        <pc:sldMkLst>
          <pc:docMk/>
          <pc:sldMk cId="2153416722" sldId="313"/>
        </pc:sldMkLst>
        <pc:spChg chg="del mod">
          <ac:chgData name="𝙺𝙰𝚁𝚃𝙷𝙸𝙺 𝙿𝚄𝙻𝙸𝚅𝙰𝚁𝚃𝙷𝙸" userId="a1af167188c24d51" providerId="LiveId" clId="{48EAC671-4AE1-4409-B5C6-8F2EBE31B893}" dt="2026-08-13T07:27:44.937" v="446" actId="478"/>
          <ac:spMkLst>
            <pc:docMk/>
            <pc:sldMk cId="2153416722" sldId="313"/>
            <ac:spMk id="6" creationId="{A53CAFB2-F10C-7F8E-B9D6-74116BB410D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7:52.202" v="449" actId="14100"/>
          <ac:picMkLst>
            <pc:docMk/>
            <pc:sldMk cId="2153416722" sldId="313"/>
            <ac:picMk id="3" creationId="{DC261825-5910-9887-A497-4D72488037A4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29:38.375" v="461" actId="14100"/>
        <pc:sldMkLst>
          <pc:docMk/>
          <pc:sldMk cId="2905348476" sldId="316"/>
        </pc:sldMkLst>
        <pc:spChg chg="del mod">
          <ac:chgData name="𝙺𝙰𝚁𝚃𝙷𝙸𝙺 𝙿𝚄𝙻𝙸𝚅𝙰𝚁𝚃𝙷𝙸" userId="a1af167188c24d51" providerId="LiveId" clId="{48EAC671-4AE1-4409-B5C6-8F2EBE31B893}" dt="2026-08-13T07:29:23.126" v="457" actId="478"/>
          <ac:spMkLst>
            <pc:docMk/>
            <pc:sldMk cId="2905348476" sldId="316"/>
            <ac:spMk id="6" creationId="{5407AC80-DCC1-ADCF-1929-08910764DD3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9:38.375" v="461" actId="14100"/>
          <ac:picMkLst>
            <pc:docMk/>
            <pc:sldMk cId="2905348476" sldId="316"/>
            <ac:picMk id="3" creationId="{74B35506-F7E4-9A9D-1AFF-AF63A6730F86}"/>
          </ac:picMkLst>
        </pc:picChg>
      </pc:sldChg>
      <pc:sldChg chg="addSp delSp modSp mod">
        <pc:chgData name="𝙺𝙰𝚁𝚃𝙷𝙸𝙺 𝙿𝚄𝙻𝙸𝚅𝙰𝚁𝚃𝙷𝙸" userId="a1af167188c24d51" providerId="LiveId" clId="{48EAC671-4AE1-4409-B5C6-8F2EBE31B893}" dt="2026-08-13T07:30:15.183" v="465" actId="14100"/>
        <pc:sldMkLst>
          <pc:docMk/>
          <pc:sldMk cId="3462298423" sldId="317"/>
        </pc:sldMkLst>
        <pc:spChg chg="del mod">
          <ac:chgData name="𝙺𝙰𝚁𝚃𝙷𝙸𝙺 𝙿𝚄𝙻𝙸𝚅𝙰𝚁𝚃𝙷𝙸" userId="a1af167188c24d51" providerId="LiveId" clId="{48EAC671-4AE1-4409-B5C6-8F2EBE31B893}" dt="2026-08-13T07:30:08.781" v="462" actId="478"/>
          <ac:spMkLst>
            <pc:docMk/>
            <pc:sldMk cId="3462298423" sldId="317"/>
            <ac:spMk id="6" creationId="{84CEF900-F895-6DA0-E381-95B4D4A2259B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15.183" v="465" actId="14100"/>
          <ac:picMkLst>
            <pc:docMk/>
            <pc:sldMk cId="3462298423" sldId="317"/>
            <ac:picMk id="3" creationId="{F21BB442-99BF-E7F9-F6C7-D0C7F76E1EF0}"/>
          </ac:picMkLst>
        </pc:pic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28:27.579" v="453" actId="14100"/>
        <pc:sldMkLst>
          <pc:docMk/>
          <pc:sldMk cId="3519703877" sldId="320"/>
        </pc:sldMkLst>
        <pc:spChg chg="del mod">
          <ac:chgData name="𝙺𝙰𝚁𝚃𝙷𝙸𝙺 𝙿𝚄𝙻𝙸𝚅𝙰𝚁𝚃𝙷𝙸" userId="a1af167188c24d51" providerId="LiveId" clId="{48EAC671-4AE1-4409-B5C6-8F2EBE31B893}" dt="2026-08-13T07:28:08.124" v="450" actId="478"/>
          <ac:spMkLst>
            <pc:docMk/>
            <pc:sldMk cId="3519703877" sldId="320"/>
            <ac:spMk id="6" creationId="{944CF0BD-0889-0DFE-891D-E02A36BF36F4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27.579" v="453" actId="14100"/>
          <ac:picMkLst>
            <pc:docMk/>
            <pc:sldMk cId="3519703877" sldId="320"/>
            <ac:picMk id="3" creationId="{4E55D5DB-800C-2A02-6C0E-FEAD592E9CF5}"/>
          </ac:picMkLst>
        </pc:picChg>
      </pc:sldChg>
      <pc:sldChg chg="delSp modSp add del mod ord">
        <pc:chgData name="𝙺𝙰𝚁𝚃𝙷𝙸𝙺 𝙿𝚄𝙻𝙸𝚅𝙰𝚁𝚃𝙷𝙸" userId="a1af167188c24d51" providerId="LiveId" clId="{48EAC671-4AE1-4409-B5C6-8F2EBE31B893}" dt="2026-08-13T07:32:34.446" v="481" actId="2696"/>
        <pc:sldMkLst>
          <pc:docMk/>
          <pc:sldMk cId="888616635" sldId="321"/>
        </pc:sldMkLst>
        <pc:spChg chg="del mod">
          <ac:chgData name="𝙺𝙰𝚁𝚃𝙷𝙸𝙺 𝙿𝚄𝙻𝙸𝚅𝙰𝚁𝚃𝙷𝙸" userId="a1af167188c24d51" providerId="LiveId" clId="{48EAC671-4AE1-4409-B5C6-8F2EBE31B893}" dt="2026-08-13T07:32:28.327" v="480" actId="478"/>
          <ac:spMkLst>
            <pc:docMk/>
            <pc:sldMk cId="888616635" sldId="321"/>
            <ac:spMk id="6" creationId="{51611189-033C-9ED1-29A1-3C178229FA22}"/>
          </ac:spMkLst>
        </pc:spChg>
      </pc:sldChg>
      <pc:sldChg chg="addSp delSp modSp add mod">
        <pc:chgData name="𝙺𝙰𝚁𝚃𝙷𝙸𝙺 𝙿𝚄𝙻𝙸𝚅𝙰𝚁𝚃𝙷𝙸" userId="a1af167188c24d51" providerId="LiveId" clId="{48EAC671-4AE1-4409-B5C6-8F2EBE31B893}" dt="2026-08-13T07:34:06.928" v="483" actId="20577"/>
        <pc:sldMkLst>
          <pc:docMk/>
          <pc:sldMk cId="1830771303" sldId="322"/>
        </pc:sldMkLst>
        <pc:spChg chg="add mod">
          <ac:chgData name="𝙺𝙰𝚁𝚃𝙷𝙸𝙺 𝙿𝚄𝙻𝙸𝚅𝙰𝚁𝚃𝙷𝙸" userId="a1af167188c24d51" providerId="LiveId" clId="{48EAC671-4AE1-4409-B5C6-8F2EBE31B893}" dt="2026-08-08T05:14:37.016" v="335" actId="2711"/>
          <ac:spMkLst>
            <pc:docMk/>
            <pc:sldMk cId="1830771303" sldId="322"/>
            <ac:spMk id="6" creationId="{D81B230A-73A9-14EB-0E1F-E820DD82D872}"/>
          </ac:spMkLst>
        </pc:spChg>
        <pc:graphicFrameChg chg="add mod modGraphic">
          <ac:chgData name="𝙺𝙰𝚁𝚃𝙷𝙸𝙺 𝙿𝚄𝙻𝙸𝚅𝙰𝚁𝚃𝙷𝙸" userId="a1af167188c24d51" providerId="LiveId" clId="{48EAC671-4AE1-4409-B5C6-8F2EBE31B893}" dt="2026-08-13T07:34:06.928" v="483" actId="20577"/>
          <ac:graphicFrameMkLst>
            <pc:docMk/>
            <pc:sldMk cId="1830771303" sldId="322"/>
            <ac:graphicFrameMk id="2" creationId="{276E0585-3307-4B8E-B5DA-259CDD8409F1}"/>
          </ac:graphicFrameMkLst>
        </pc:graphicFrameChg>
        <pc:graphicFrameChg chg="add del mod modGraphic">
          <ac:chgData name="𝙺𝙰𝚁𝚃𝙷𝙸𝙺 𝙿𝚄𝙻𝙸𝚅𝙰𝚁𝚃𝙷𝙸" userId="a1af167188c24d51" providerId="LiveId" clId="{48EAC671-4AE1-4409-B5C6-8F2EBE31B893}" dt="2026-08-13T07:25:46.698" v="396" actId="21"/>
          <ac:graphicFrameMkLst>
            <pc:docMk/>
            <pc:sldMk cId="1830771303" sldId="322"/>
            <ac:graphicFrameMk id="4" creationId="{6D5FB4AC-95A3-6043-B4EA-F5B57B5AED64}"/>
          </ac:graphicFrameMkLst>
        </pc:graphicFrame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28:56.051" v="456" actId="26606"/>
        <pc:sldMkLst>
          <pc:docMk/>
          <pc:sldMk cId="3702922887" sldId="323"/>
        </pc:sldMkLst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2" creationId="{88CF465A-8B99-328C-255C-23B190AF03FA}"/>
          </ac:spMkLst>
        </pc:spChg>
        <pc:spChg chg="del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3" creationId="{8E0A4B70-8123-97CC-D436-A9CF16EF5B43}"/>
          </ac:spMkLst>
        </pc:spChg>
        <pc:spChg chg="add">
          <ac:chgData name="𝙺𝙰𝚁𝚃𝙷𝙸𝙺 𝙿𝚄𝙻𝙸𝚅𝙰𝚁𝚃𝙷𝙸" userId="a1af167188c24d51" providerId="LiveId" clId="{48EAC671-4AE1-4409-B5C6-8F2EBE31B893}" dt="2026-08-13T07:28:56.051" v="456" actId="26606"/>
          <ac:spMkLst>
            <pc:docMk/>
            <pc:sldMk cId="3702922887" sldId="323"/>
            <ac:spMk id="10" creationId="{E722B2DD-E14D-4972-9D98-5D6E61B1B2D2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28:56.051" v="456" actId="26606"/>
          <ac:picMkLst>
            <pc:docMk/>
            <pc:sldMk cId="3702922887" sldId="323"/>
            <ac:picMk id="5" creationId="{B6FE6B43-969A-D220-97D9-1CD910B1B3C6}"/>
          </ac:picMkLst>
        </pc:picChg>
      </pc:sldChg>
      <pc:sldChg chg="addSp delSp modSp new mod setBg">
        <pc:chgData name="𝙺𝙰𝚁𝚃𝙷𝙸𝙺 𝙿𝚄𝙻𝙸𝚅𝙰𝚁𝚃𝙷𝙸" userId="a1af167188c24d51" providerId="LiveId" clId="{48EAC671-4AE1-4409-B5C6-8F2EBE31B893}" dt="2026-08-13T07:30:49.743" v="470" actId="26606"/>
        <pc:sldMkLst>
          <pc:docMk/>
          <pc:sldMk cId="4068649427" sldId="324"/>
        </pc:sldMkLst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8" creationId="{F3060C83-F051-4F0E-ABAD-AA0DFC48B218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0" creationId="{83C98ABE-055B-441F-B07E-44F97F083C3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2" creationId="{29FDB030-9B49-4CED-8CCD-4D99382388AC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4" creationId="{3783CA14-24A1-485C-8B30-D6A5D87987AD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6" creationId="{9A97C86A-04D6-40F7-AE84-31AB43E6A846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18" creationId="{FF9F2414-84E8-453E-B1F3-389FDE8192D9}"/>
          </ac:spMkLst>
        </pc:spChg>
        <pc:spChg chg="add del">
          <ac:chgData name="𝙺𝙰𝚁𝚃𝙷𝙸𝙺 𝙿𝚄𝙻𝙸𝚅𝙰𝚁𝚃𝙷𝙸" userId="a1af167188c24d51" providerId="LiveId" clId="{48EAC671-4AE1-4409-B5C6-8F2EBE31B893}" dt="2026-08-13T07:30:49.743" v="469" actId="26606"/>
          <ac:spMkLst>
            <pc:docMk/>
            <pc:sldMk cId="4068649427" sldId="324"/>
            <ac:spMk id="20" creationId="{3ECA69A1-7536-43AC-85EF-C7106179F5ED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0:49.743" v="470" actId="26606"/>
          <ac:picMkLst>
            <pc:docMk/>
            <pc:sldMk cId="4068649427" sldId="324"/>
            <ac:picMk id="3" creationId="{4486A4BC-CE96-C4F8-6E6F-C673AB4C1807}"/>
          </ac:picMkLst>
        </pc:picChg>
      </pc:sldChg>
      <pc:sldChg chg="addSp modSp new mod">
        <pc:chgData name="𝙺𝙰𝚁𝚃𝙷𝙸𝙺 𝙿𝚄𝙻𝙸𝚅𝙰𝚁𝚃𝙷𝙸" userId="a1af167188c24d51" providerId="LiveId" clId="{48EAC671-4AE1-4409-B5C6-8F2EBE31B893}" dt="2026-08-13T07:32:13.063" v="479"/>
        <pc:sldMkLst>
          <pc:docMk/>
          <pc:sldMk cId="615831632" sldId="325"/>
        </pc:sldMkLst>
        <pc:spChg chg="add mod">
          <ac:chgData name="𝙺𝙰𝚁𝚃𝙷𝙸𝙺 𝙿𝚄𝙻𝙸𝚅𝙰𝚁𝚃𝙷𝙸" userId="a1af167188c24d51" providerId="LiveId" clId="{48EAC671-4AE1-4409-B5C6-8F2EBE31B893}" dt="2026-08-13T07:32:13.063" v="479"/>
          <ac:spMkLst>
            <pc:docMk/>
            <pc:sldMk cId="615831632" sldId="325"/>
            <ac:spMk id="9" creationId="{818BC29F-0616-7735-52A9-242F9E26F586}"/>
          </ac:spMkLst>
        </pc:spChg>
        <pc:picChg chg="add mod">
          <ac:chgData name="𝙺𝙰𝚁𝚃𝙷𝙸𝙺 𝙿𝚄𝙻𝙸𝚅𝙰𝚁𝚃𝙷𝙸" userId="a1af167188c24d51" providerId="LiveId" clId="{48EAC671-4AE1-4409-B5C6-8F2EBE31B893}" dt="2026-08-13T07:31:33.522" v="473" actId="14100"/>
          <ac:picMkLst>
            <pc:docMk/>
            <pc:sldMk cId="615831632" sldId="325"/>
            <ac:picMk id="3" creationId="{D2E2517E-256F-1654-80F4-ED388461BC18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42.915" v="474" actId="22"/>
          <ac:picMkLst>
            <pc:docMk/>
            <pc:sldMk cId="615831632" sldId="325"/>
            <ac:picMk id="5" creationId="{2D3D7488-CD22-EFA1-11F6-6E627CA486DA}"/>
          </ac:picMkLst>
        </pc:picChg>
        <pc:picChg chg="add">
          <ac:chgData name="𝙺𝙰𝚁𝚃𝙷𝙸𝙺 𝙿𝚄𝙻𝙸𝚅𝙰𝚁𝚃𝙷𝙸" userId="a1af167188c24d51" providerId="LiveId" clId="{48EAC671-4AE1-4409-B5C6-8F2EBE31B893}" dt="2026-08-13T07:31:51.539" v="475" actId="22"/>
          <ac:picMkLst>
            <pc:docMk/>
            <pc:sldMk cId="615831632" sldId="325"/>
            <ac:picMk id="7" creationId="{0A484264-C8FD-B104-67D7-FE773D3BBA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0A9EC-6A9F-4373-BFC2-54B44875EA38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C9F42-EBFF-421F-8E3F-364B9DF417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56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9E2D-3D9D-41DE-73FE-D3BCBED52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85F9-C06B-3C93-CC2F-4B878F9A2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9DBD-EF93-ACD0-8782-6A27183A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6A113-E421-C869-B854-82A8CF43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60D8-4C5C-B490-39C1-8A3ABD66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625E-6453-5A7D-CF5F-3CC8BB1E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626B-DDC1-DAC4-2FE8-53151E9F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4966-CBE7-D09B-8148-CAFC5B52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9DF8B-FED0-3FE0-F554-EE1E4C59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D176-CA39-ADFE-3E4E-688EE8AB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9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1AE3-5060-B344-FC82-5E05F776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6560-70E4-6B26-21A7-0740E6CE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2430-CA05-0AE6-943E-69DB600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D3C7-0E22-0C64-C226-E2217185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9B67-C426-87EC-3FD9-FEF77BD0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27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3D9-C81A-F892-B7A7-FCA3069E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4BD9-E989-FDAE-86A4-17EC7B3D5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94F0-3919-8808-740C-A6A486909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25A4-06C8-717F-BC6B-39F0ECA1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59E41-481F-B316-0B46-17E22BEF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DD62-C90A-9BB9-48FE-FE061FB1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44C4-AD67-A459-7001-85C0DDF0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F6FEC-822C-08BA-A1A8-7760D55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2121F-4E4D-6D5B-9194-203444392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4E40F-0FAD-5050-277D-E2A094295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A2475-C1BF-AFD1-2E41-975EB170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78168-C3B5-B9C6-8846-AC2A7F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70AF5-08E3-DEF0-48C1-E119494A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ADEEC-64AE-8698-4A3E-64000C3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89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AF88-6EF1-4DB5-5127-F7CF1009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973F4-630D-B828-8DA6-631B9847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2762A-6BCF-6CB9-81FE-E94247AB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A6BC6-D239-903E-4AB8-45608B92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68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71464-7501-8CE3-E34D-5160F9CA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18D80-7517-843E-9D5B-F599EE25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E4A8A-B169-1493-F479-ABD9830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014F-F1A6-00E3-D069-CD163E07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9D20-9E8D-BCBB-10BF-0DA0F01F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1C8C-0D3C-1FB6-D457-2F8AD7E7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F295D-FD62-7817-804A-FCBDCEED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C8DC2-4085-925F-7680-082F2E82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1752-6885-B3C6-32F6-BF642BB5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84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7B7B-C541-6816-938C-B28947D2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7B8E8-9CFE-1477-99FB-EA97FFAD9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834D-AEE7-C5E8-E02E-4083F9FB3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6D41-ED92-F02E-5A1C-8A4E1393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2D26-88A4-5E00-569C-4B1045B3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A392E-C76B-7968-FC68-C625C11A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2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95AB-9BF5-38BF-C1C0-5AFADA9D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0949C-BB8C-E4EC-BA53-60931FCC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C574-9263-07D5-2C8A-A0AD3123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2EF3-AD61-2C14-3E30-8328BF9F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CAC2-193E-1DC4-D824-174BE4C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16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B5C29-F5D7-CEB3-0E11-9141697A8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BC10-688A-86BC-23F1-A89916E5A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F075-6037-1497-ADCB-9B866F1A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65DD-EE7C-5519-881F-083DA0C9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D372-7A2A-0F04-116F-F91F09E2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58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F69C1-5498-4E44-4CFC-12A946B8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128F3-7540-4398-03B4-0A105B7B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FBD1-2E8E-4F9B-836F-4CBFF7206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5EDA-82E1-42CB-90D3-31A655ACBCC4}" type="datetimeFigureOut">
              <a:rPr lang="en-IN" smtClean="0"/>
              <a:t>21-09-2026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6B58-CF52-E012-29DB-DAFAA7754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2007-B1F0-A6E8-BF82-D918E476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CEA4CE6A-BFF2-7F14-1C85-5B08143557FD}"/>
              </a:ext>
            </a:extLst>
          </p:cNvPr>
          <p:cNvSpPr txBox="1"/>
          <p:nvPr/>
        </p:nvSpPr>
        <p:spPr>
          <a:xfrm>
            <a:off x="565609" y="1784960"/>
            <a:ext cx="11246178" cy="241600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 : </a:t>
            </a: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APPLIED MACHINE LEARNING FOR TEXT ANALYSIS COURSE CODE : 24ALT3101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>
              <a:lnSpc>
                <a:spcPts val="4200"/>
              </a:lnSpc>
            </a:pPr>
            <a:r>
              <a:rPr lang="en-US" sz="3200" b="1" dirty="0">
                <a:solidFill>
                  <a:srgbClr val="FFFFFF"/>
                </a:solidFill>
                <a:highlight>
                  <a:srgbClr val="000000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ML-Based Personalized Nutrition Recommendation System</a:t>
            </a:r>
            <a:endParaRPr lang="en-US" sz="3200" dirty="0">
              <a:highlight>
                <a:srgbClr val="000000"/>
              </a:highlight>
            </a:endParaRPr>
          </a:p>
          <a:p>
            <a:pPr algn="ctr"/>
            <a:r>
              <a:rPr lang="en-US" sz="3200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E1E10F-9A21-4CA4-0DEC-70A356B4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8F1757-BA73-9731-F265-DECBBDD8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88E0-D2A6-B789-2FD2-C578E638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F3ADB7-AF1C-C5B9-8139-76CDE34D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6E1855-9A33-0278-854B-3255F5095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D81B230A-73A9-14EB-0E1F-E820DD82D872}"/>
              </a:ext>
            </a:extLst>
          </p:cNvPr>
          <p:cNvSpPr txBox="1"/>
          <p:nvPr/>
        </p:nvSpPr>
        <p:spPr>
          <a:xfrm>
            <a:off x="3813665" y="2147625"/>
            <a:ext cx="8128001" cy="5847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masis MT Pro" panose="02040504050005020304" pitchFamily="18" charset="0"/>
              </a:rPr>
              <a:t>	Team Members 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6E0585-3307-4B8E-B5DA-259CDD840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3976702"/>
              </p:ext>
            </p:extLst>
          </p:nvPr>
        </p:nvGraphicFramePr>
        <p:xfrm>
          <a:off x="3813665" y="3026004"/>
          <a:ext cx="8128000" cy="1655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7715">
                  <a:extLst>
                    <a:ext uri="{9D8B030D-6E8A-4147-A177-3AD203B41FA5}">
                      <a16:colId xmlns:a16="http://schemas.microsoft.com/office/drawing/2014/main" val="3434004845"/>
                    </a:ext>
                  </a:extLst>
                </a:gridCol>
                <a:gridCol w="4070285">
                  <a:extLst>
                    <a:ext uri="{9D8B030D-6E8A-4147-A177-3AD203B41FA5}">
                      <a16:colId xmlns:a16="http://schemas.microsoft.com/office/drawing/2014/main" val="174590338"/>
                    </a:ext>
                  </a:extLst>
                </a:gridCol>
              </a:tblGrid>
              <a:tr h="55196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806096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M. Bharath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01439"/>
                  </a:ext>
                </a:extLst>
              </a:tr>
              <a:tr h="551966">
                <a:tc>
                  <a:txBody>
                    <a:bodyPr/>
                    <a:lstStyle/>
                    <a:p>
                      <a:r>
                        <a:rPr lang="en-IN" dirty="0"/>
                        <a:t>2420030263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K. Abhinav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495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077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721A3-6CE2-CE2E-6F65-2D1B754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FF905-32FC-9E79-49A0-CA93F158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F14F6-3A6A-3B21-BE0A-9B69C8B62245}"/>
              </a:ext>
            </a:extLst>
          </p:cNvPr>
          <p:cNvSpPr txBox="1">
            <a:spLocks/>
          </p:cNvSpPr>
          <p:nvPr/>
        </p:nvSpPr>
        <p:spPr>
          <a:xfrm>
            <a:off x="532718" y="1178011"/>
            <a:ext cx="10817153" cy="4044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5100" dirty="0">
              <a:latin typeface="Arial" panose="020B0604020202020204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diet plans ignore individual biology — age, BMI, biomarkers (glucose, HbA1c), and medical conditions.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academic models predict calories/macros but rarely turn predictions into real, verified meal plans.</a:t>
            </a:r>
            <a:endParaRPr lang="en-US" sz="5100" dirty="0"/>
          </a:p>
          <a:p>
            <a:pPr>
              <a:spcAft>
                <a:spcPts val="1200"/>
              </a:spcAft>
              <a:buSzPct val="100000"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meal generators can produce nutrition claims not grounded in real food data.</a:t>
            </a:r>
            <a:endParaRPr lang="en-US" sz="5100" dirty="0"/>
          </a:p>
          <a:p>
            <a:pPr marL="0" indent="0">
              <a:buNone/>
              <a:defRPr/>
            </a:pPr>
            <a:r>
              <a:rPr lang="en-US" sz="5100" dirty="0">
                <a:solidFill>
                  <a:srgbClr val="163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 (relevance, ranking) is almost never formally evaluated in prior work.</a:t>
            </a:r>
            <a:endParaRPr lang="en-US" sz="5100" dirty="0"/>
          </a:p>
          <a:p>
            <a:pPr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6C6E56B-0B95-53F5-A7B8-8D8B26CDCEF2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9862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7C03-7DEA-CDCF-D9E3-1C8517E1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01604-A846-C622-7731-B2D206CE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E68E-B87A-2D7E-1604-E8705113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9042098D-E38C-B423-CE2F-F053E6D8672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004DA-646D-3F69-6925-120933A0A5ED}"/>
              </a:ext>
            </a:extLst>
          </p:cNvPr>
          <p:cNvSpPr txBox="1"/>
          <p:nvPr/>
        </p:nvSpPr>
        <p:spPr>
          <a:xfrm>
            <a:off x="648929" y="1467590"/>
            <a:ext cx="913812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dirty="0"/>
              <a:t>To develop a predictive model that estimates personalized calorie and macronutrient needs using NHANES health data.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 stronger ensemble prediction model by combining </a:t>
            </a:r>
            <a:r>
              <a:rPr lang="en-IN" sz="2400" dirty="0" err="1"/>
              <a:t>LightGBM</a:t>
            </a:r>
            <a:r>
              <a:rPr lang="en-IN" sz="2400" dirty="0"/>
              <a:t>, </a:t>
            </a:r>
            <a:r>
              <a:rPr lang="en-IN" sz="2400" dirty="0" err="1"/>
              <a:t>XGBoost</a:t>
            </a:r>
            <a:r>
              <a:rPr lang="en-IN" sz="2400" dirty="0"/>
              <a:t>, and Random Forest.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develop a medical safety mechanism that enforces biomarker-based constraints (HbA1c, glucose) on recommendations.</a:t>
            </a:r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To design an explainability module using SHAP that justifies every recommendation made by the system.</a:t>
            </a:r>
          </a:p>
        </p:txBody>
      </p:sp>
    </p:spTree>
    <p:extLst>
      <p:ext uri="{BB962C8B-B14F-4D97-AF65-F5344CB8AC3E}">
        <p14:creationId xmlns:p14="http://schemas.microsoft.com/office/powerpoint/2010/main" val="215341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2791-7280-C07D-277D-0033679A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BFD02-D0D0-62AF-D535-ECE3F118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433A2-3FA0-243A-7027-77A9E053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CCAC4E0-B6CA-A70A-A65A-0F8ED553B49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5D5DB-800C-2A02-6C0E-FEAD592E9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71" y="1121791"/>
            <a:ext cx="10602314" cy="451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0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E2BA4CBD-A673-33FE-F808-24DE831305A4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Proposed Model Architecture diagram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2425A4C-0264-8663-0A60-5EE6C4F4A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13" y="1120876"/>
            <a:ext cx="11513574" cy="54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2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2517E-256F-1654-80F4-ED388461B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45" y="1195141"/>
            <a:ext cx="9671627" cy="4291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3D7488-CD22-EFA1-11F6-6E627CA48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484264-C8FD-B104-67D7-FE773D3BB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9" name="Rounded Rectangle 17">
            <a:extLst>
              <a:ext uri="{FF2B5EF4-FFF2-40B4-BE49-F238E27FC236}">
                <a16:creationId xmlns:a16="http://schemas.microsoft.com/office/drawing/2014/main" id="{818BC29F-0616-7735-52A9-242F9E26F58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>
                <a:latin typeface="Amasis MT Pro" panose="02040504050005020304" pitchFamily="18" charset="0"/>
              </a:rPr>
              <a:t>Research Gap 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83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00DD-5BD9-BBEB-6C09-48C8163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D75C51-2F2B-E225-753C-1D718CDA9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B990C-ED45-1C41-11BD-59315366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53FFDBF1-3D9F-F11F-90B7-4C32AC8A048D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Innovation, Creativity &amp; Novelty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35506-F7E4-9A9D-1AFF-AF63A6730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11" y="1593130"/>
            <a:ext cx="11505539" cy="374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48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1C4D-C53E-DE0B-0463-D1775A0E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21555-DD85-31CE-AA40-FD253786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59546-710A-7551-1D86-10118E36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817D46F-5064-539D-4866-7DA06DECDE5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Feasibility Analysis</a:t>
            </a:r>
            <a:endParaRPr lang="en-US" sz="3200" dirty="0">
              <a:latin typeface="Amasis MT Pro" panose="020405040500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BB442-99BF-E7F9-F6C7-D0C7F76E1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93" y="1534510"/>
            <a:ext cx="11229704" cy="383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98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Core pipeline implemented and executed on an 80/20 train-test split; RAG and TreeExplainer SHAP remain planned.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3769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1. Data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2. Feature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69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3. Stacked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051560"/>
            <a:ext cx="2468880" cy="621792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32832"/>
                </a:solidFill>
              </a:rPr>
              <a:t>4. Safety Constraint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150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58200" y="1362456"/>
            <a:ext cx="274320" cy="0"/>
          </a:xfrm>
          <a:prstGeom prst="line">
            <a:avLst/>
          </a:prstGeom>
          <a:ln w="254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1874519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Merge NHANES records using SEQN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Treat NHANES non-response codes as missing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Compute BMI, BMI category and TDEE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Create activity and biomarker risk flags</a:t>
            </a:r>
          </a:p>
          <a:p>
            <a:pPr>
              <a:spcAft>
                <a:spcPts val="400"/>
              </a:spcAft>
              <a:defRPr sz="1300">
                <a:solidFill>
                  <a:srgbClr val="232832"/>
                </a:solidFill>
              </a:defRPr>
            </a:pPr>
            <a:r>
              <a:t>• Permutation importance used for executed feature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847088"/>
            <a:ext cx="5074920" cy="2331720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900">
                <a:solidFill>
                  <a:srgbClr val="EBF0F5"/>
                </a:solidFill>
                <a:latin typeface="Consolas"/>
              </a:defRPr>
            </a:pPr>
            <a:r>
              <a:t>base_learners = [</a:t>
            </a:r>
            <a:br/>
            <a:r>
              <a:t> ("hist_gb", HistGradientBoostingRegressor(max_depth=5)),</a:t>
            </a:r>
            <a:br/>
            <a:r>
              <a:t> ("grad_b", GradientBoostingRegressor(n_estimators=200,</a:t>
            </a:r>
            <a:br/>
            <a:r>
              <a:t>                                      max_depth=3)),</a:t>
            </a:r>
            <a:br/>
            <a:r>
              <a:t> ("rf", RandomForestRegressor(n_estimators=300,</a:t>
            </a:r>
            <a:br/>
            <a:r>
              <a:t>                               max_depth=8))</a:t>
            </a:r>
            <a:br/>
            <a:r>
              <a:t>]</a:t>
            </a:r>
            <a:br/>
            <a:br/>
            <a:r>
              <a:t>model = StackingRegressor(</a:t>
            </a:r>
            <a:br/>
            <a:r>
              <a:t>    estimators=base_learners,</a:t>
            </a:r>
            <a:br/>
            <a:r>
              <a:t>    final_estimator=Ridge(alpha=1.0), cv=5</a:t>
            </a:r>
            <a:br/>
            <a:r>
              <a:t>)</a:t>
            </a:r>
            <a:br/>
            <a:r>
              <a:t>model.fit(X_train, y_train)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4407408"/>
            <a:ext cx="5074920" cy="1143000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00">
                <a:solidFill>
                  <a:srgbClr val="EBF0F5"/>
                </a:solidFill>
                <a:latin typeface="Consolas"/>
              </a:defRPr>
            </a:pPr>
            <a:r>
              <a:t>if row["HBA1C"] &gt;= 6.5:</a:t>
            </a:r>
            <a:br/>
            <a:r>
              <a:t>    cap = predicted_carbs_g * 0.75</a:t>
            </a:r>
            <a:br/>
            <a:r>
              <a:t>    adj_carbs = cap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97680"/>
            <a:ext cx="4983480" cy="1325880"/>
          </a:xfrm>
          <a:prstGeom prst="roundRect">
            <a:avLst/>
          </a:prstGeom>
          <a:solidFill>
            <a:srgbClr val="FAEEEE"/>
          </a:solidFill>
          <a:ln w="16510">
            <a:solidFill>
              <a:srgbClr val="BE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32832"/>
                </a:solidFill>
              </a:rPr>
              <a:t>Safety test from executed run
Diabetic profile: HbA1c 7.2% → carbs 220g → 165g
Healthy profile: HbA1c 5.1% → 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66928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5F6973"/>
                </a:solidFill>
              </a:defRPr>
            </a:pPr>
            <a:r>
              <a:t>Status: prediction + safety layers implemented. RAG meal generation and SHAP TreeExplainer are future-work components in the paper.</a:t>
            </a:r>
          </a:p>
        </p:txBody>
      </p:sp>
    </p:spTree>
    <p:extLst>
      <p:ext uri="{BB962C8B-B14F-4D97-AF65-F5344CB8AC3E}">
        <p14:creationId xmlns:p14="http://schemas.microsoft.com/office/powerpoint/2010/main" val="406864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3FD-9C4A-7778-9401-D334A7A5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Code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3"/>
                </a:solidFill>
              </a:defRPr>
            </a:pPr>
            <a:r>
              <a:t>Real outputs reported by the executed core pipeline in the reference paper.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3886200" cy="1874519"/>
          </a:xfrm>
          <a:prstGeom prst="roundRect">
            <a:avLst/>
          </a:prstGeom>
          <a:solidFill>
            <a:srgbClr val="1E232B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rtlCol="0" anchor="ctr"/>
          <a:lstStyle/>
          <a:p>
            <a:pPr algn="ctr">
              <a:defRPr sz="1100">
                <a:solidFill>
                  <a:srgbClr val="EBF0F5"/>
                </a:solidFill>
                <a:latin typeface="Consolas"/>
              </a:defRPr>
            </a:pPr>
            <a:r>
              <a:t>80/20 train-test split</a:t>
            </a:r>
            <a:br/>
            <a:br/>
            <a:r>
              <a:t>Feature permutation importance</a:t>
            </a:r>
            <a:br/>
            <a:r>
              <a:t>ACTIVITY_SCORE      0.998</a:t>
            </a:r>
            <a:br/>
            <a:r>
              <a:t>BMI                 0.244</a:t>
            </a:r>
            <a:br/>
            <a:r>
              <a:t>AGE                 0.216</a:t>
            </a:r>
            <a:br/>
            <a:r>
              <a:t>GENDER_M            0.143</a:t>
            </a:r>
            <a:br/>
            <a:r>
              <a:t>CHOLESTEROL_MGDL    0.001</a:t>
            </a:r>
            <a:br/>
            <a:r>
              <a:t>HBA1C               0.001</a:t>
            </a:r>
            <a:br/>
            <a:r>
              <a:t>GLUCOSE_MGDL        0.0003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051560"/>
            <a:ext cx="251460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051560"/>
            <a:ext cx="105156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051560"/>
            <a:ext cx="105156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051560"/>
            <a:ext cx="914400" cy="502920"/>
          </a:xfrm>
          <a:prstGeom prst="roundRect">
            <a:avLst/>
          </a:prstGeom>
          <a:solidFill>
            <a:srgbClr val="192D4B"/>
          </a:solidFill>
          <a:ln w="16510">
            <a:solidFill>
              <a:srgbClr val="19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54480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HistGradientBoosting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554480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213.24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54480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170.88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54480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0.739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29967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GradientBoosting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029967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209.03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029967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165.91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2029967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2505456"/>
            <a:ext cx="25146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Random Forest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505456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206.63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505456"/>
            <a:ext cx="105156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164.11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505456"/>
            <a:ext cx="914400" cy="47548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0">
                <a:solidFill>
                  <a:srgbClr val="232832"/>
                </a:solidFill>
              </a:rPr>
              <a:t>0.755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2980944"/>
            <a:ext cx="251460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Stacked Ensemble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2980944"/>
            <a:ext cx="105156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206.51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980944"/>
            <a:ext cx="105156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164.57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2980944"/>
            <a:ext cx="914400" cy="475488"/>
          </a:xfrm>
          <a:prstGeom prst="roundRect">
            <a:avLst/>
          </a:prstGeom>
          <a:solidFill>
            <a:srgbClr val="E8F2FA"/>
          </a:solidFill>
          <a:ln w="16510"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232832"/>
                </a:solidFill>
              </a:rPr>
              <a:t>0.755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3611880"/>
            <a:ext cx="5440680" cy="658368"/>
          </a:xfrm>
          <a:prstGeom prst="roundRect">
            <a:avLst/>
          </a:prstGeom>
          <a:solidFill>
            <a:srgbClr val="EBF7EE"/>
          </a:solidFill>
          <a:ln w="16510">
            <a:solidFill>
              <a:srgbClr val="46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Proposed stacked model matches the best individual learner (RF)
and slightly improves over both boosting analogs.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3886200" cy="1143000"/>
          </a:xfrm>
          <a:prstGeom prst="roundRect">
            <a:avLst/>
          </a:prstGeom>
          <a:solidFill>
            <a:srgbClr val="F2F6FA"/>
          </a:solidFill>
          <a:ln w="16510">
            <a:solidFill>
              <a:srgbClr val="23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Interpretation
• Activity, BMI and age drive calorie prediction.
• Biomarkers have low permutation importance for calorie prediction and are routed to safety constraints.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617720"/>
            <a:ext cx="9555480" cy="749808"/>
          </a:xfrm>
          <a:prstGeom prst="roundRect">
            <a:avLst/>
          </a:prstGeom>
          <a:solidFill>
            <a:srgbClr val="FAF4E8"/>
          </a:solidFill>
          <a:ln w="16510"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32832"/>
                </a:solidFill>
              </a:rPr>
              <a:t>Important limitation: RMSE/MAE values come from the paper's synthetic dataset. The paper states that absolute errors are expected to change after retraining on real NHANES 2017–2018 data.</a:t>
            </a:r>
          </a:p>
        </p:txBody>
      </p:sp>
    </p:spTree>
    <p:extLst>
      <p:ext uri="{BB962C8B-B14F-4D97-AF65-F5344CB8AC3E}">
        <p14:creationId xmlns:p14="http://schemas.microsoft.com/office/powerpoint/2010/main" val="131512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92D4B"/>
                </a:solidFill>
                <a:latin typeface="Amasis MT Pro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377440"/>
            <a:ext cx="6583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2D4B"/>
                </a:solidFill>
              </a:defRPr>
            </a:pPr>
            <a:r>
              <a:t>ML-Based Personalized Nutrition Recommendation System</a:t>
            </a:r>
          </a:p>
          <a:p>
            <a:pPr algn="ctr">
              <a:defRPr sz="1500">
                <a:solidFill>
                  <a:srgbClr val="5F6973"/>
                </a:solidFill>
              </a:defRPr>
            </a:pPr>
            <a:r>
              <a:t>SafeNutri-RAG • Proposed Model • Implementation •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613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Amasis MT Pro</vt:lpstr>
      <vt:lpstr>Aptos</vt:lpstr>
      <vt:lpstr>Arial</vt:lpstr>
      <vt:lpstr>BioRhyme ExtraBold</vt:lpstr>
      <vt:lpstr>Calibri</vt:lpstr>
      <vt:lpstr>Calibri Light</vt:lpstr>
      <vt:lpstr>Cambria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R</dc:creator>
  <cp:lastModifiedBy>Mummadi Bharath</cp:lastModifiedBy>
  <cp:revision>23</cp:revision>
  <dcterms:created xsi:type="dcterms:W3CDTF">2026-07-02T07:15:02Z</dcterms:created>
  <dcterms:modified xsi:type="dcterms:W3CDTF">2026-09-21T06:00:30Z</dcterms:modified>
</cp:coreProperties>
</file>